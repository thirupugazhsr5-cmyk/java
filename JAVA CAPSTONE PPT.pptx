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6237-3DB1-70A2-1642-5CC39DDE7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AE358-19C7-26FC-6B24-18538AE3C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BBE0-EC12-0C82-5AA4-8498BFB7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404B1-FA39-418A-657B-E973AF03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CBD39-5713-C517-AE12-B4652840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6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154-AE98-61B6-7670-1B15B858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1644-E868-EE2A-8E38-8A9764D94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2A5B-A043-85E8-C431-4F3EFB04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4001-4679-B440-AD50-5F57F68D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E53C4-647B-E630-047C-45085208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6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799A-41F0-78D0-10CF-78C0A0AD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B03AE-DFC0-9372-E49A-A4667B09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C48E-8553-6FDD-8960-7C1D3207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DC0FE-ECEE-D641-BA95-91201A0E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15C4F-1E8E-BAD4-8719-13E5ADC5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4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E34E-72AC-E744-9FB0-D6222287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6829B-2CA7-5F03-A988-4E9BE5303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CF978-A3E6-AE5D-786B-C684B2333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FEB0F-65B5-68BC-D47F-239CF1A4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E239B-6938-9A70-07BC-3B6E50BB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4E879-3B0B-A1DA-4546-ED581589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92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099E-D7C5-CDC5-A460-3714D13B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ABFBB-42EA-2DC0-E476-8E78CAE25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7536D-71EF-2719-D629-2F6EC9CD3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92DD1-B2E9-8EB6-A303-2E982D84F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80909-A813-9116-0E54-CFAB4790E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665F-0F05-6CCE-0351-CA1FB786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691DE-048C-DE68-95E3-142E8D9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A40BA-B5F3-4A22-411D-1932702A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97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E8F8-AF88-D693-5747-A1D949C8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11687-D4D0-FDF8-FE24-C59DA4E1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02BE9-F0AE-615A-F52A-6BDAEA37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CEE1E-E9C6-02AE-4604-E9C2F464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8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9EE66-AFE2-3445-E710-DDDB81BC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01A59-8AB6-1355-95E5-FE8DDC4B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F736B-E513-7191-819A-6E3284BE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19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A899-0829-2AB0-5E39-FD8D60CF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D2C47-D9A1-B4B8-F739-92E88F802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CF5C1-3CDB-5833-67CC-3518D296D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1A9D7-61CA-8DA5-8A55-E3BD21FA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3021-165B-01D8-2512-D710AB5F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B75A0-5C82-1177-55C9-97F275DF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EF29-E7D3-868D-CD88-AEBF6D7B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E6F9E-0464-7938-C85B-6B873BB98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75E02-D6B3-EC96-FA8E-3436A08E9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14FF7-74D9-9B1E-5518-AC761A95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7B452-49A0-01B7-5A55-2F83927C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C81F5-B446-128F-44D4-EB6EFD3C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7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A655-B5B2-42CE-0E09-64B581B9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90EE0-D025-669D-B053-47F17E03F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9F3DC-FB8E-DB07-6DAA-7072C5BD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E4660-5D42-F2CE-1A44-EB85ED12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76967-B0A0-BA2D-8460-DD0D87CD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56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6DD2A-EFCC-F3E7-61CD-E6A98D72D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FD1BE-7216-1CCA-7AF4-23C3CD702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3F3E5-11F0-E175-01DB-F1E4E443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B84C-BA44-5A8C-80A3-5A4A7CA7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27A7-CA55-B27C-0288-3C882B3E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51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BDE14-6470-5DBC-C514-944F386FB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34D9B-DBD2-4F66-ECB4-E0C983400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0D1D6-361C-F038-5065-D97F664DE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D486D-F2D1-418B-9047-60E8816CF9EB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959D9-8172-9D91-855E-804348664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F97BC-D7F9-0F6A-A06F-CADBE77F8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3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143000" y="2519622"/>
            <a:ext cx="981268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CSA0904 – Programming in Java</a:t>
            </a: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106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236318" y="1668823"/>
            <a:ext cx="971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</a:rPr>
              <a:t>Smart Food Supply Chain Management System with AI-Based Demand Forecasting</a:t>
            </a:r>
            <a:endParaRPr lang="en-IN" sz="2800" b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7780A-931A-7591-8C94-00075AC38797}"/>
              </a:ext>
            </a:extLst>
          </p:cNvPr>
          <p:cNvSpPr txBox="1"/>
          <p:nvPr/>
        </p:nvSpPr>
        <p:spPr>
          <a:xfrm>
            <a:off x="7696199" y="3810000"/>
            <a:ext cx="363055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G.Aamna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Khan(192371084)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Harshitha V(192372385)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Thirupugazh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R(192371016)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Vignesh.P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(192424040)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79D41-7763-9ACF-57E1-E35C719DD4EE}"/>
              </a:ext>
            </a:extLst>
          </p:cNvPr>
          <p:cNvSpPr txBox="1"/>
          <p:nvPr/>
        </p:nvSpPr>
        <p:spPr>
          <a:xfrm>
            <a:off x="533400" y="3810000"/>
            <a:ext cx="358140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 Thalapathy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Rajashekharan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CD4537-9190-45C3-6359-8175C600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83801-5451-7050-66CE-AED1566ECC13}"/>
              </a:ext>
            </a:extLst>
          </p:cNvPr>
          <p:cNvSpPr txBox="1"/>
          <p:nvPr/>
        </p:nvSpPr>
        <p:spPr>
          <a:xfrm>
            <a:off x="740664" y="1618488"/>
            <a:ext cx="8401050" cy="477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management of food inventory.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estimated using historical experience.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and understocking of products.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food wastage.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supply chain decisions.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monitoring.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Food Supply Chain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with an AI demand forecasting module to automate inventory management, order processing, and demand prediction.</a:t>
            </a:r>
          </a:p>
        </p:txBody>
      </p:sp>
    </p:spTree>
    <p:extLst>
      <p:ext uri="{BB962C8B-B14F-4D97-AF65-F5344CB8AC3E}">
        <p14:creationId xmlns:p14="http://schemas.microsoft.com/office/powerpoint/2010/main" val="330850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4EB-6AE7-58A9-6B1A-880B3EF0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EF3CC-5D7E-7332-48F1-919A7BAEB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Java application.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suppliers, warehouses, retailers, and products.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inventory records.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product demand using historical sales.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sales and inventory reports.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food wastage.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supply chain efficiency.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61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FC38-C903-7F6B-CC4A-29CAAEFF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2D70-1974-64C6-1F78-1CC214E34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Manager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80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1F46-0729-6E62-184D-CC15445D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1E1C25-4754-915A-92E5-0769FEA66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644214"/>
              </p:ext>
            </p:extLst>
          </p:nvPr>
        </p:nvGraphicFramePr>
        <p:xfrm>
          <a:off x="1189182" y="2530764"/>
          <a:ext cx="7936346" cy="2226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68173">
                  <a:extLst>
                    <a:ext uri="{9D8B030D-6E8A-4147-A177-3AD203B41FA5}">
                      <a16:colId xmlns:a16="http://schemas.microsoft.com/office/drawing/2014/main" val="1220747283"/>
                    </a:ext>
                  </a:extLst>
                </a:gridCol>
                <a:gridCol w="3968173">
                  <a:extLst>
                    <a:ext uri="{9D8B030D-6E8A-4147-A177-3AD203B41FA5}">
                      <a16:colId xmlns:a16="http://schemas.microsoft.com/office/drawing/2014/main" val="210900403"/>
                    </a:ext>
                  </a:extLst>
                </a:gridCol>
              </a:tblGrid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342972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878841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NetBeans / Eclipse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637309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Swing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225740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841761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JDBC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778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36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D1B8A-A852-D369-0353-068D887C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298F0-A669-9E61-B7C7-5C9A2766F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93092"/>
            <a:ext cx="10935855" cy="519978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Management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Management </a:t>
            </a: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Product &amp; Inventory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 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Stock 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Inventory</a:t>
            </a:r>
          </a:p>
          <a:p>
            <a:pPr>
              <a:lnSpc>
                <a:spcPct val="120000"/>
              </a:lnSpc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Supply Chain Management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Details 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Management 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Retailer Management </a:t>
            </a:r>
          </a:p>
          <a:p>
            <a:pPr lvl="0">
              <a:lnSpc>
                <a:spcPct val="120000"/>
              </a:lnSpc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Tracking </a:t>
            </a:r>
          </a:p>
          <a:p>
            <a:r>
              <a:rPr lang="en-IN" sz="4500" dirty="0"/>
              <a:t>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29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464A-3557-56E1-FF0B-053FBFC6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FB36-D068-E09E-8912-61DB8A17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Demand Forecasting</a:t>
            </a:r>
          </a:p>
          <a:p>
            <a:pPr lvl="0">
              <a:lnSpc>
                <a:spcPct val="10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previous sales </a:t>
            </a:r>
          </a:p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demand </a:t>
            </a:r>
          </a:p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forecast results </a:t>
            </a:r>
          </a:p>
          <a:p>
            <a:pPr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Reports</a:t>
            </a:r>
          </a:p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Report </a:t>
            </a:r>
          </a:p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Report </a:t>
            </a:r>
          </a:p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87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3201-04DB-BA5F-AF88-2FC7E002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(Workflow)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F9EFC-3602-6191-330A-87D52892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2400"/>
            <a:ext cx="10725727" cy="472079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dirty="0"/>
              <a:t>User Login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Manage Products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Update Inventory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Record Sales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 err="1"/>
              <a:t>Analyze</a:t>
            </a:r>
            <a:r>
              <a:rPr lang="en-IN" dirty="0"/>
              <a:t> Sales History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Predict Future Demand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Generate Reports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36096-51BA-5499-D532-B98D461086A1}"/>
              </a:ext>
            </a:extLst>
          </p:cNvPr>
          <p:cNvSpPr/>
          <p:nvPr/>
        </p:nvSpPr>
        <p:spPr>
          <a:xfrm>
            <a:off x="5375564" y="1690689"/>
            <a:ext cx="1505527" cy="3967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2147F-4A32-5A95-708E-A4AE15CB22E5}"/>
              </a:ext>
            </a:extLst>
          </p:cNvPr>
          <p:cNvSpPr/>
          <p:nvPr/>
        </p:nvSpPr>
        <p:spPr>
          <a:xfrm>
            <a:off x="4729017" y="1400176"/>
            <a:ext cx="2992581" cy="396730"/>
          </a:xfrm>
          <a:prstGeom prst="roundRect">
            <a:avLst>
              <a:gd name="adj" fmla="val 0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97D6EB-AD71-47FF-6139-C0B9CB964BCB}"/>
              </a:ext>
            </a:extLst>
          </p:cNvPr>
          <p:cNvSpPr/>
          <p:nvPr/>
        </p:nvSpPr>
        <p:spPr>
          <a:xfrm>
            <a:off x="4729017" y="2138652"/>
            <a:ext cx="2992581" cy="39673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D12417-B352-36E5-37D6-D3E2FF5A3B47}"/>
              </a:ext>
            </a:extLst>
          </p:cNvPr>
          <p:cNvSpPr/>
          <p:nvPr/>
        </p:nvSpPr>
        <p:spPr>
          <a:xfrm>
            <a:off x="4729017" y="2847979"/>
            <a:ext cx="2992581" cy="44565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551206-444C-5B24-05BC-EDB4CFB2ADE9}"/>
              </a:ext>
            </a:extLst>
          </p:cNvPr>
          <p:cNvSpPr/>
          <p:nvPr/>
        </p:nvSpPr>
        <p:spPr>
          <a:xfrm>
            <a:off x="4729017" y="3564368"/>
            <a:ext cx="2992582" cy="44565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B6D4E4-69FF-2DC5-A690-3B00986D88EE}"/>
              </a:ext>
            </a:extLst>
          </p:cNvPr>
          <p:cNvSpPr/>
          <p:nvPr/>
        </p:nvSpPr>
        <p:spPr>
          <a:xfrm>
            <a:off x="4729018" y="4175269"/>
            <a:ext cx="2992582" cy="52603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159DFA-3660-12DB-E865-8112936D8A4D}"/>
              </a:ext>
            </a:extLst>
          </p:cNvPr>
          <p:cNvSpPr/>
          <p:nvPr/>
        </p:nvSpPr>
        <p:spPr>
          <a:xfrm>
            <a:off x="4729018" y="4913745"/>
            <a:ext cx="2992582" cy="445654"/>
          </a:xfrm>
          <a:prstGeom prst="roundRect">
            <a:avLst>
              <a:gd name="adj" fmla="val 0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D50197-555D-14DE-4858-02341DD0BB24}"/>
              </a:ext>
            </a:extLst>
          </p:cNvPr>
          <p:cNvSpPr/>
          <p:nvPr/>
        </p:nvSpPr>
        <p:spPr>
          <a:xfrm>
            <a:off x="4729018" y="5597236"/>
            <a:ext cx="2992582" cy="44565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6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A673-54B0-DF11-3879-6192C3A6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D717D-0EEE-67BF-31A8-28181DA8B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Accuracy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Response Time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Processing Time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Waste Reduction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Speed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06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889D-992D-3825-1581-15C6560A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5A316-475A-3EBB-DC95-AC78DDF8C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food supply chain management.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demand prediction.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wastage.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control.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order processing.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supplier coordination.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operational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40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98A9-C4CC-B7AB-3711-ACCF4372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40BAC-2648-0289-DA19-4B9DF04DF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Barcode/QR Code Scanning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Warehouse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for Product Traceability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AI/Deep Learning Forecasting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SMS/Email Notifications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68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6EC9-71CE-85A7-7353-FA77B4EE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9859-9196-0221-C339-AE462178A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Smart Food Supply Chain Management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product, inventory, supplier, and order management.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control through AI-based demand forecasting.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wastage by predicting future demand accurately.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supply chain efficiency with centralized data management.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faster decision-making through reports and real-time monitoring.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and user-friendly system that can be enhanced with advanced AI and cloud technologies in the future.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86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Problem Statement</vt:lpstr>
      <vt:lpstr>Objectives</vt:lpstr>
      <vt:lpstr>Project Scope</vt:lpstr>
      <vt:lpstr>Technologies Used</vt:lpstr>
      <vt:lpstr>System Modules</vt:lpstr>
      <vt:lpstr>System Modules</vt:lpstr>
      <vt:lpstr>Methodology (Workflow)</vt:lpstr>
      <vt:lpstr>Evaluation Metrics</vt:lpstr>
      <vt:lpstr>Expected Outcomes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Aamna Khan</dc:creator>
  <cp:lastModifiedBy>Aamna Khan</cp:lastModifiedBy>
  <cp:revision>1</cp:revision>
  <dcterms:created xsi:type="dcterms:W3CDTF">2026-08-04T15:23:51Z</dcterms:created>
  <dcterms:modified xsi:type="dcterms:W3CDTF">2026-08-04T15:23:52Z</dcterms:modified>
</cp:coreProperties>
</file>