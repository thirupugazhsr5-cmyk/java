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8" r:id="rId8"/>
    <p:sldId id="269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C5143F-2BF3-42F0-9147-1D90ADBB5057}" v="9" dt="2026-08-20T13:32:50.7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ITHA 15" userId="6fb80dbe93de3ff0" providerId="LiveId" clId="{F6292CD7-610C-4128-8FB1-A5D5EA532D15}"/>
    <pc:docChg chg="undo custSel addSld modSld sldOrd">
      <pc:chgData name="HARSHITHA 15" userId="6fb80dbe93de3ff0" providerId="LiveId" clId="{F6292CD7-610C-4128-8FB1-A5D5EA532D15}" dt="2026-08-21T03:32:02.190" v="156" actId="20577"/>
      <pc:docMkLst>
        <pc:docMk/>
      </pc:docMkLst>
      <pc:sldChg chg="modSp mod">
        <pc:chgData name="HARSHITHA 15" userId="6fb80dbe93de3ff0" providerId="LiveId" clId="{F6292CD7-610C-4128-8FB1-A5D5EA532D15}" dt="2026-08-05T07:33:25.088" v="1" actId="20577"/>
        <pc:sldMkLst>
          <pc:docMk/>
          <pc:sldMk cId="0" sldId="257"/>
        </pc:sldMkLst>
        <pc:spChg chg="mod">
          <ac:chgData name="HARSHITHA 15" userId="6fb80dbe93de3ff0" providerId="LiveId" clId="{F6292CD7-610C-4128-8FB1-A5D5EA532D15}" dt="2026-08-05T07:33:25.088" v="1" actId="20577"/>
          <ac:spMkLst>
            <pc:docMk/>
            <pc:sldMk cId="0" sldId="257"/>
            <ac:spMk id="4" creationId="{5187780A-931A-7591-8C94-00075AC38797}"/>
          </ac:spMkLst>
        </pc:spChg>
      </pc:sldChg>
      <pc:sldChg chg="addSp delSp modSp mod">
        <pc:chgData name="HARSHITHA 15" userId="6fb80dbe93de3ff0" providerId="LiveId" clId="{F6292CD7-610C-4128-8FB1-A5D5EA532D15}" dt="2026-08-21T03:00:52.450" v="138" actId="20577"/>
        <pc:sldMkLst>
          <pc:docMk/>
          <pc:sldMk cId="3998295987" sldId="261"/>
        </pc:sldMkLst>
        <pc:spChg chg="mod">
          <ac:chgData name="HARSHITHA 15" userId="6fb80dbe93de3ff0" providerId="LiveId" clId="{F6292CD7-610C-4128-8FB1-A5D5EA532D15}" dt="2026-08-20T13:20:50.241" v="22" actId="1076"/>
          <ac:spMkLst>
            <pc:docMk/>
            <pc:sldMk cId="3998295987" sldId="261"/>
            <ac:spMk id="2" creationId="{B01D1B8A-A852-D369-0353-068D887C771C}"/>
          </ac:spMkLst>
        </pc:spChg>
        <pc:spChg chg="mod">
          <ac:chgData name="HARSHITHA 15" userId="6fb80dbe93de3ff0" providerId="LiveId" clId="{F6292CD7-610C-4128-8FB1-A5D5EA532D15}" dt="2026-08-20T13:19:51.745" v="8" actId="27636"/>
          <ac:spMkLst>
            <pc:docMk/>
            <pc:sldMk cId="3998295987" sldId="261"/>
            <ac:spMk id="3" creationId="{CA4298F0-A669-9E61-B7C7-5C9A2766F55B}"/>
          </ac:spMkLst>
        </pc:spChg>
        <pc:spChg chg="add mod">
          <ac:chgData name="HARSHITHA 15" userId="6fb80dbe93de3ff0" providerId="LiveId" clId="{F6292CD7-610C-4128-8FB1-A5D5EA532D15}" dt="2026-08-21T03:00:52.450" v="138" actId="20577"/>
          <ac:spMkLst>
            <pc:docMk/>
            <pc:sldMk cId="3998295987" sldId="261"/>
            <ac:spMk id="4" creationId="{A61D1F8C-154C-14B7-DD45-01B4F07C144C}"/>
          </ac:spMkLst>
        </pc:spChg>
        <pc:picChg chg="add del">
          <ac:chgData name="HARSHITHA 15" userId="6fb80dbe93de3ff0" providerId="LiveId" clId="{F6292CD7-610C-4128-8FB1-A5D5EA532D15}" dt="2026-08-20T13:22:16.325" v="35" actId="21"/>
          <ac:picMkLst>
            <pc:docMk/>
            <pc:sldMk cId="3998295987" sldId="261"/>
            <ac:picMk id="5" creationId="{0A57752D-FA72-51F9-A42C-EA03CA4F28ED}"/>
          </ac:picMkLst>
        </pc:picChg>
        <pc:picChg chg="mod">
          <ac:chgData name="HARSHITHA 15" userId="6fb80dbe93de3ff0" providerId="LiveId" clId="{F6292CD7-610C-4128-8FB1-A5D5EA532D15}" dt="2026-08-20T13:20:10.289" v="12" actId="1076"/>
          <ac:picMkLst>
            <pc:docMk/>
            <pc:sldMk cId="3998295987" sldId="261"/>
            <ac:picMk id="7" creationId="{8D157498-D00A-D884-4B86-CB005CEAE037}"/>
          </ac:picMkLst>
        </pc:picChg>
        <pc:picChg chg="add del">
          <ac:chgData name="HARSHITHA 15" userId="6fb80dbe93de3ff0" providerId="LiveId" clId="{F6292CD7-610C-4128-8FB1-A5D5EA532D15}" dt="2026-08-20T13:22:31.478" v="38" actId="478"/>
          <ac:picMkLst>
            <pc:docMk/>
            <pc:sldMk cId="3998295987" sldId="261"/>
            <ac:picMk id="8" creationId="{7A6A0C4A-47A6-A738-50C9-9C7896BE2533}"/>
          </ac:picMkLst>
        </pc:picChg>
      </pc:sldChg>
      <pc:sldChg chg="modSp mod">
        <pc:chgData name="HARSHITHA 15" userId="6fb80dbe93de3ff0" providerId="LiveId" clId="{F6292CD7-610C-4128-8FB1-A5D5EA532D15}" dt="2026-08-21T03:31:55.947" v="150" actId="20577"/>
        <pc:sldMkLst>
          <pc:docMk/>
          <pc:sldMk cId="3267874636" sldId="262"/>
        </pc:sldMkLst>
        <pc:spChg chg="mod">
          <ac:chgData name="HARSHITHA 15" userId="6fb80dbe93de3ff0" providerId="LiveId" clId="{F6292CD7-610C-4128-8FB1-A5D5EA532D15}" dt="2026-08-20T13:32:26.835" v="104" actId="1076"/>
          <ac:spMkLst>
            <pc:docMk/>
            <pc:sldMk cId="3267874636" sldId="262"/>
            <ac:spMk id="2" creationId="{23F2464A-3557-56E1-FF0B-053FBFC6655B}"/>
          </ac:spMkLst>
        </pc:spChg>
        <pc:spChg chg="mod">
          <ac:chgData name="HARSHITHA 15" userId="6fb80dbe93de3ff0" providerId="LiveId" clId="{F6292CD7-610C-4128-8FB1-A5D5EA532D15}" dt="2026-08-21T03:31:55.947" v="150" actId="20577"/>
          <ac:spMkLst>
            <pc:docMk/>
            <pc:sldMk cId="3267874636" sldId="262"/>
            <ac:spMk id="3" creationId="{8F06FB36-D068-E09E-8912-61DB8A17C3EB}"/>
          </ac:spMkLst>
        </pc:spChg>
        <pc:picChg chg="mod">
          <ac:chgData name="HARSHITHA 15" userId="6fb80dbe93de3ff0" providerId="LiveId" clId="{F6292CD7-610C-4128-8FB1-A5D5EA532D15}" dt="2026-08-20T13:32:23.836" v="103" actId="1076"/>
          <ac:picMkLst>
            <pc:docMk/>
            <pc:sldMk cId="3267874636" sldId="262"/>
            <ac:picMk id="5" creationId="{BD54CD39-0EFC-910D-21E4-606F1E803392}"/>
          </ac:picMkLst>
        </pc:picChg>
        <pc:picChg chg="mod">
          <ac:chgData name="HARSHITHA 15" userId="6fb80dbe93de3ff0" providerId="LiveId" clId="{F6292CD7-610C-4128-8FB1-A5D5EA532D15}" dt="2026-08-20T13:32:35.072" v="105" actId="1076"/>
          <ac:picMkLst>
            <pc:docMk/>
            <pc:sldMk cId="3267874636" sldId="262"/>
            <ac:picMk id="7" creationId="{40AA4C4E-660A-63E0-C007-D537B199687F}"/>
          </ac:picMkLst>
        </pc:picChg>
      </pc:sldChg>
      <pc:sldChg chg="ord">
        <pc:chgData name="HARSHITHA 15" userId="6fb80dbe93de3ff0" providerId="LiveId" clId="{F6292CD7-610C-4128-8FB1-A5D5EA532D15}" dt="2026-08-20T13:35:06.972" v="124"/>
        <pc:sldMkLst>
          <pc:docMk/>
          <pc:sldMk cId="2428064120" sldId="264"/>
        </pc:sldMkLst>
      </pc:sldChg>
      <pc:sldChg chg="addSp modSp new mod">
        <pc:chgData name="HARSHITHA 15" userId="6fb80dbe93de3ff0" providerId="LiveId" clId="{F6292CD7-610C-4128-8FB1-A5D5EA532D15}" dt="2026-08-21T03:32:02.190" v="156" actId="20577"/>
        <pc:sldMkLst>
          <pc:docMk/>
          <pc:sldMk cId="15798966" sldId="268"/>
        </pc:sldMkLst>
        <pc:spChg chg="mod">
          <ac:chgData name="HARSHITHA 15" userId="6fb80dbe93de3ff0" providerId="LiveId" clId="{F6292CD7-610C-4128-8FB1-A5D5EA532D15}" dt="2026-08-20T13:25:24.550" v="52" actId="255"/>
          <ac:spMkLst>
            <pc:docMk/>
            <pc:sldMk cId="15798966" sldId="268"/>
            <ac:spMk id="2" creationId="{033D6A66-F56B-B021-1F8A-D825FDABB76D}"/>
          </ac:spMkLst>
        </pc:spChg>
        <pc:spChg chg="mod">
          <ac:chgData name="HARSHITHA 15" userId="6fb80dbe93de3ff0" providerId="LiveId" clId="{F6292CD7-610C-4128-8FB1-A5D5EA532D15}" dt="2026-08-21T03:32:02.190" v="156" actId="20577"/>
          <ac:spMkLst>
            <pc:docMk/>
            <pc:sldMk cId="15798966" sldId="268"/>
            <ac:spMk id="3" creationId="{85DCD597-ED04-8A24-5BB7-A06E79D24CE3}"/>
          </ac:spMkLst>
        </pc:spChg>
        <pc:picChg chg="add">
          <ac:chgData name="HARSHITHA 15" userId="6fb80dbe93de3ff0" providerId="LiveId" clId="{F6292CD7-610C-4128-8FB1-A5D5EA532D15}" dt="2026-08-20T13:22:21.082" v="36" actId="22"/>
          <ac:picMkLst>
            <pc:docMk/>
            <pc:sldMk cId="15798966" sldId="268"/>
            <ac:picMk id="5" creationId="{CC10BA5A-0B6C-DC0B-53E0-8699EBD7E688}"/>
          </ac:picMkLst>
        </pc:picChg>
        <pc:picChg chg="add">
          <ac:chgData name="HARSHITHA 15" userId="6fb80dbe93de3ff0" providerId="LiveId" clId="{F6292CD7-610C-4128-8FB1-A5D5EA532D15}" dt="2026-08-20T13:22:36.375" v="39" actId="22"/>
          <ac:picMkLst>
            <pc:docMk/>
            <pc:sldMk cId="15798966" sldId="268"/>
            <ac:picMk id="7" creationId="{1D1871AC-DC32-5E21-E8A0-9CE8FFF78378}"/>
          </ac:picMkLst>
        </pc:picChg>
      </pc:sldChg>
      <pc:sldChg chg="addSp modSp new mod">
        <pc:chgData name="HARSHITHA 15" userId="6fb80dbe93de3ff0" providerId="LiveId" clId="{F6292CD7-610C-4128-8FB1-A5D5EA532D15}" dt="2026-08-21T03:31:50.367" v="144" actId="20577"/>
        <pc:sldMkLst>
          <pc:docMk/>
          <pc:sldMk cId="3943382632" sldId="269"/>
        </pc:sldMkLst>
        <pc:spChg chg="mod">
          <ac:chgData name="HARSHITHA 15" userId="6fb80dbe93de3ff0" providerId="LiveId" clId="{F6292CD7-610C-4128-8FB1-A5D5EA532D15}" dt="2026-08-20T13:28:02.734" v="77" actId="113"/>
          <ac:spMkLst>
            <pc:docMk/>
            <pc:sldMk cId="3943382632" sldId="269"/>
            <ac:spMk id="2" creationId="{B4B303CE-6F11-A672-0433-FB7300E82B38}"/>
          </ac:spMkLst>
        </pc:spChg>
        <pc:spChg chg="mod">
          <ac:chgData name="HARSHITHA 15" userId="6fb80dbe93de3ff0" providerId="LiveId" clId="{F6292CD7-610C-4128-8FB1-A5D5EA532D15}" dt="2026-08-21T03:31:50.367" v="144" actId="20577"/>
          <ac:spMkLst>
            <pc:docMk/>
            <pc:sldMk cId="3943382632" sldId="269"/>
            <ac:spMk id="3" creationId="{D384F5BC-B3A9-F159-463A-D99F68B2C6DD}"/>
          </ac:spMkLst>
        </pc:spChg>
        <pc:picChg chg="add">
          <ac:chgData name="HARSHITHA 15" userId="6fb80dbe93de3ff0" providerId="LiveId" clId="{F6292CD7-610C-4128-8FB1-A5D5EA532D15}" dt="2026-08-20T13:27:14.992" v="69" actId="22"/>
          <ac:picMkLst>
            <pc:docMk/>
            <pc:sldMk cId="3943382632" sldId="269"/>
            <ac:picMk id="5" creationId="{315697B2-F9E3-7EEC-24B4-C82097BF3C4D}"/>
          </ac:picMkLst>
        </pc:picChg>
        <pc:picChg chg="add">
          <ac:chgData name="HARSHITHA 15" userId="6fb80dbe93de3ff0" providerId="LiveId" clId="{F6292CD7-610C-4128-8FB1-A5D5EA532D15}" dt="2026-08-20T13:27:23.568" v="70" actId="22"/>
          <ac:picMkLst>
            <pc:docMk/>
            <pc:sldMk cId="3943382632" sldId="269"/>
            <ac:picMk id="7" creationId="{2399C536-CBC1-CE37-870E-923942729C6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36237-3DB1-70A2-1642-5CC39DDE7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4AE358-19C7-26FC-6B24-18538AE3CD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51BBE0-EC12-0C82-5AA4-8498BFB70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4404B1-FA39-418A-657B-E973AF033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4CBD39-5713-C517-AE12-B46528407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860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9154-AE98-61B6-7670-1B15B8582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F1644-E868-EE2A-8E38-8A9764D949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82A5B-A043-85E8-C431-4F3EFB045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494001-4679-B440-AD50-5F57F68DA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7E53C4-647B-E630-047C-45085208B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4668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9799A-41F0-78D0-10CF-78C0A0AD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AB03AE-DFC0-9372-E49A-A4667B094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AC48E-8553-6FDD-8960-7C1D32077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DC0FE-ECEE-D641-BA95-91201A0E3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15C4F-1E8E-BAD4-8719-13E5ADC5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147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4E34E-72AC-E744-9FB0-D62222872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6829B-2CA7-5F03-A988-4E9BE53032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CF978-A3E6-AE5D-786B-C684B23335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AFEB0F-65B5-68BC-D47F-239CF1A49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3E239B-6938-9A70-07BC-3B6E50BBF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14E879-3B0B-A1DA-4546-ED581589A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5922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2099E-D7C5-CDC5-A460-3714D13BC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ABFBB-42EA-2DC0-E476-8E78CAE257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E7536D-71EF-2719-D629-2F6EC9CD30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5A92DD1-B2E9-8EB6-A303-2E982D84FF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80909-A813-9116-0E54-CFAB4790E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17665F-0F05-6CCE-0351-CA1FB7864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691DE-048C-DE68-95E3-142E8D9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DA40BA-B5F3-4A22-411D-1932702AD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397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6CE8F8-AF88-D693-5747-A1D949C8C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11687-D4D0-FDF8-FE24-C59DA4E1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502BE9-F0AE-615A-F52A-6BDAEA37D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CEE1E-E9C6-02AE-4604-E9C2F4645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78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F9EE66-AFE2-3445-E710-DDDB81BC1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201A59-8AB6-1355-95E5-FE8DDC4BC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3F736B-E513-7191-819A-6E3284BE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190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9A899-0829-2AB0-5E39-FD8D60CFB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D2C47-D9A1-B4B8-F739-92E88F802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CF5C1-3CDB-5833-67CC-3518D296D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1A9D7-61CA-8DA5-8A55-E3BD21FAB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033021-165B-01D8-2512-D710AB5F0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B75A0-5C82-1177-55C9-97F275DFB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9058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1EF29-E7D3-868D-CD88-AEBF6D7B8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3E6F9E-0464-7938-C85B-6B873BB985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75E02-D6B3-EC96-FA8E-3436A08E9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A14FF7-74D9-9B1E-5518-AC761A95C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7B452-49A0-01B7-5A55-2F83927C1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C81F5-B446-128F-44D4-EB6EFD3C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8672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FA655-B5B2-42CE-0E09-64B581B9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090EE0-D025-669D-B053-47F17E03F1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69F3DC-FB8E-DB07-6DAA-7072C5BDC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E4660-5D42-F2CE-1A44-EB85ED12C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76967-B0A0-BA2D-8460-DD0D87CD4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569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D6DD2A-EFCC-F3E7-61CD-E6A98D72D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2FD1BE-7216-1CCA-7AF4-23C3CD702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3F3E5-11F0-E175-01DB-F1E4E4435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DB84C-BA44-5A8C-80A3-5A4A7CA70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727A7-CA55-B27C-0288-3C882B3E5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512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0BDE14-6470-5DBC-C514-944F386FB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34D9B-DBD2-4F66-ECB4-E0C983400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0D1D6-361C-F038-5065-D97F664DEE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FD486D-F2D1-418B-9047-60E8816CF9EB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959D9-8172-9D91-855E-804348664A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1F97BC-D7F9-0F6A-A06F-CADBE77F8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276F3E-DE8D-49E6-9D65-FB89FA0E47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938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DA3FEC98-D515-71B1-F627-F38CD18D0984}"/>
              </a:ext>
            </a:extLst>
          </p:cNvPr>
          <p:cNvSpPr txBox="1"/>
          <p:nvPr/>
        </p:nvSpPr>
        <p:spPr>
          <a:xfrm>
            <a:off x="1143000" y="2519622"/>
            <a:ext cx="981268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CSA0904 – Programming in Java</a:t>
            </a:r>
          </a:p>
        </p:txBody>
      </p:sp>
      <p:pic>
        <p:nvPicPr>
          <p:cNvPr id="6" name="Picture 5" descr="SSE-Computer Science and Engineering">
            <a:extLst>
              <a:ext uri="{FF2B5EF4-FFF2-40B4-BE49-F238E27FC236}">
                <a16:creationId xmlns:a16="http://schemas.microsoft.com/office/drawing/2014/main" id="{A828A50E-EF19-CDD1-34FE-5D34AAF01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236" y="463932"/>
            <a:ext cx="10461523" cy="1060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8098409-85F6-0F2D-4500-161EB9B0447B}"/>
              </a:ext>
            </a:extLst>
          </p:cNvPr>
          <p:cNvSpPr txBox="1"/>
          <p:nvPr/>
        </p:nvSpPr>
        <p:spPr>
          <a:xfrm>
            <a:off x="1236318" y="1668823"/>
            <a:ext cx="971936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ffectLst/>
                <a:latin typeface="Times New Roman" panose="02020603050405020304" pitchFamily="18" charset="0"/>
              </a:rPr>
              <a:t>Smart Food Supply Chain Management System with AI-Based Demand Forecasting</a:t>
            </a:r>
            <a:endParaRPr lang="en-IN" sz="2800" b="0" dirty="0">
              <a:effectLst/>
              <a:latin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7780A-931A-7591-8C94-00075AC38797}"/>
              </a:ext>
            </a:extLst>
          </p:cNvPr>
          <p:cNvSpPr txBox="1"/>
          <p:nvPr/>
        </p:nvSpPr>
        <p:spPr>
          <a:xfrm>
            <a:off x="7696199" y="3810000"/>
            <a:ext cx="363055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G.Aamna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Khan(192371084)</a:t>
            </a:r>
          </a:p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 Harshitha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V(192372385)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Thirupugazh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R(192371016)</a:t>
            </a:r>
          </a:p>
          <a:p>
            <a:pPr>
              <a:lnSpc>
                <a:spcPct val="150000"/>
              </a:lnSpc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Vignesh.P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(192424040)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779D41-7763-9ACF-57E1-E35C719DD4EE}"/>
              </a:ext>
            </a:extLst>
          </p:cNvPr>
          <p:cNvSpPr txBox="1"/>
          <p:nvPr/>
        </p:nvSpPr>
        <p:spPr>
          <a:xfrm>
            <a:off x="533400" y="3810000"/>
            <a:ext cx="3581400" cy="873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 Thalapathy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Rajashekharan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CD4537-9190-45C3-6359-8175C600A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7168" y="378935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D83801-5451-7050-66CE-AED1566ECC13}"/>
              </a:ext>
            </a:extLst>
          </p:cNvPr>
          <p:cNvSpPr txBox="1"/>
          <p:nvPr/>
        </p:nvSpPr>
        <p:spPr>
          <a:xfrm>
            <a:off x="740664" y="1618488"/>
            <a:ext cx="8401050" cy="4778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management of food inventory.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estimated using historical experience.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Overstocking and understocking of products.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food wastage.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Delayed supply chain decisions.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centralized monitoring.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Food Supply Chain Management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integrated with an AI demand forecasting module to automate inventory management, order processing, and demand prediction.</a:t>
            </a:r>
          </a:p>
        </p:txBody>
      </p:sp>
      <p:pic>
        <p:nvPicPr>
          <p:cNvPr id="3" name="Google Shape;90;p1">
            <a:extLst>
              <a:ext uri="{FF2B5EF4-FFF2-40B4-BE49-F238E27FC236}">
                <a16:creationId xmlns:a16="http://schemas.microsoft.com/office/drawing/2014/main" id="{BB79A3AF-68D6-3ACF-FBF3-CBD2829C1B2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14AF635F-D922-F062-5978-7B5DFCF8B5B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3190" y="370205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8506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664EB-6AE7-58A9-6B1A-880B3EF09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0896" y="370205"/>
            <a:ext cx="5857568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EF3CC-5D7E-7332-48F1-919A7BAEB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user-friendly Java application.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suppliers, warehouses, retailers, and products.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inventory records.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product demand using historical sales.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sales and inventory reports.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food wastage.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supply chain efficiency.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better business decisions.</a:t>
            </a: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9FE160DE-7A7B-94D5-378C-77A7F387958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96205020-1AF2-393F-E58D-E5507569D54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7927" y="370204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1611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9FC38-C903-7F6B-CC4A-29CAAEFF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3915" y="370204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B2D70-1974-64C6-1F78-1CC214E34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Forecasting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Warehouse Manager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Retailer</a:t>
            </a: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801B9974-622A-D950-D825-F4F93ADD3EC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9AA5EE52-534A-4363-030C-B581A87E06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83190" y="370204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27805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1F46-0729-6E62-184D-CC15445D2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123" y="230350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D1E1C25-4754-915A-92E5-0769FEA660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644214"/>
              </p:ext>
            </p:extLst>
          </p:nvPr>
        </p:nvGraphicFramePr>
        <p:xfrm>
          <a:off x="1189182" y="2530764"/>
          <a:ext cx="7936346" cy="22260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68173">
                  <a:extLst>
                    <a:ext uri="{9D8B030D-6E8A-4147-A177-3AD203B41FA5}">
                      <a16:colId xmlns:a16="http://schemas.microsoft.com/office/drawing/2014/main" val="1220747283"/>
                    </a:ext>
                  </a:extLst>
                </a:gridCol>
                <a:gridCol w="3968173">
                  <a:extLst>
                    <a:ext uri="{9D8B030D-6E8A-4147-A177-3AD203B41FA5}">
                      <a16:colId xmlns:a16="http://schemas.microsoft.com/office/drawing/2014/main" val="210900403"/>
                    </a:ext>
                  </a:extLst>
                </a:gridCol>
              </a:tblGrid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5342972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Programming Language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5878841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NetBeans / Eclipse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47637309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Interface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Java Swing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225740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MySQL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2841761"/>
                  </a:ext>
                </a:extLst>
              </a:tr>
              <a:tr h="371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Database Connectivity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JDBC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778334"/>
                  </a:ext>
                </a:extLst>
              </a:tr>
            </a:tbl>
          </a:graphicData>
        </a:graphic>
      </p:graphicFrame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35B8E0C5-2C8D-6941-F88E-69BA4E2BE8B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21492" y="212889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4FE63F5D-0FBB-B8B5-3DC3-0596E5B90A2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83761" y="212888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63608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D1B8A-A852-D369-0353-068D887C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6369" y="113302"/>
            <a:ext cx="8829369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SYSTEM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298F0-A669-9E61-B7C7-5C9A2766F5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7474" y="1519234"/>
            <a:ext cx="10935855" cy="5199784"/>
          </a:xfrm>
        </p:spPr>
        <p:txBody>
          <a:bodyPr>
            <a:normAutofit/>
          </a:bodyPr>
          <a:lstStyle/>
          <a:p>
            <a:pPr lvl="0"/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0A57752D-FA72-51F9-A42C-EA03CA4F28E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012" y="95840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8D157498-D00A-D884-4B86-CB005CEAE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6716" y="95840"/>
            <a:ext cx="1520190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61D1F8C-154C-14B7-DD45-01B4F07C144C}"/>
              </a:ext>
            </a:extLst>
          </p:cNvPr>
          <p:cNvSpPr txBox="1"/>
          <p:nvPr/>
        </p:nvSpPr>
        <p:spPr>
          <a:xfrm>
            <a:off x="590828" y="1397099"/>
            <a:ext cx="10696603" cy="5444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user access and provides role-based functionality.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Login &amp; Registration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Management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Access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access for Supplier, Warehouse Manager and Retailer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Page structure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CSS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UI design </a:t>
            </a:r>
          </a:p>
          <a:p>
            <a:pPr lvl="0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Login and user interaction 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secure and organized access to the system. </a:t>
            </a:r>
          </a:p>
        </p:txBody>
      </p:sp>
    </p:spTree>
    <p:extLst>
      <p:ext uri="{BB962C8B-B14F-4D97-AF65-F5344CB8AC3E}">
        <p14:creationId xmlns:p14="http://schemas.microsoft.com/office/powerpoint/2010/main" val="3998295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D6A66-F56B-B021-1F8A-D825FDABB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5392" y="120652"/>
            <a:ext cx="9434298" cy="1325563"/>
          </a:xfrm>
        </p:spPr>
        <p:txBody>
          <a:bodyPr>
            <a:normAutofit/>
          </a:bodyPr>
          <a:lstStyle/>
          <a:p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</a:t>
            </a:r>
            <a:b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PRODUCT, INVENTORY &amp; SUPPLY CHAIN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CD597-ED04-8A24-5BB7-A06E79D24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2" y="1471027"/>
            <a:ext cx="10825869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products, inventory and supply-chain activities in one system.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and update products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Stock and inventory management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 &amp; warehouse management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Retailer management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tracking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&amp; CSS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Interface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>
                <a:latin typeface="Times New Roman" panose="02020603050405020304" pitchFamily="18" charset="0"/>
                <a:cs typeface="Times New Roman" panose="02020603050405020304" pitchFamily="18" charset="0"/>
              </a:rPr>
              <a:t>Vanilla Java</a:t>
            </a:r>
            <a:r>
              <a:rPr lang="en-IN" sz="6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Application logic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API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Data/API communication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centralized control over products and supply-chain operations. </a:t>
            </a: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CC10BA5A-0B6C-DC0B-53E0-8699EBD7E68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012" y="95840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1D1871AC-DC32-5E21-E8A0-9CE8FFF783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6716" y="95840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989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303CE-6F11-A672-0433-FB7300E82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1306" y="113302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DEMAND FORECASTING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4F5BC-B3A9-F159-463A-D99F68B2C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890" y="1579819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future food demand using previous sales data.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sales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demand patterns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future product demand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forecast results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Java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Processing and logic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API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Data communication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Forecasting Module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Demand prediction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History → Analysis → Demand Prediction → Forecast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reduce overstocking, understocking and food wastage. </a:t>
            </a: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315697B2-F9E3-7EEC-24B4-C82097BF3C4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0012" y="95840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2399C536-CBC1-CE37-870E-923942729C6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6716" y="95840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43382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464A-3557-56E1-FF0B-053FBFC66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5890" y="174659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</a:t>
            </a:r>
            <a:b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DASHBOARD, CHARTS &amp; REPORTS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06FB36-D068-E09E-8912-61DB8A17C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8478" y="1521202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supply-chain data through dashboards, charts and reports.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Functions: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Reports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Reports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Reports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Monitoring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endParaRPr lang="en-IN" sz="6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Chart.js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Line, Bar &amp; Doughnut Charts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Vanilla Java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Dynamic data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Font Awesome 6.4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Icons </a:t>
            </a:r>
          </a:p>
          <a:p>
            <a:pPr marL="0" lv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Fonts &amp; CSS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UI design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6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b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clear visual insights for faster and better decision-making. </a:t>
            </a: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BD54CD39-0EFC-910D-21E4-606F1E80339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0510" y="165929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40AA4C4E-660A-63E0-C007-D537B199687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01300" y="157197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67874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D3201-04DB-BA5F-AF88-2FC7E0029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420" y="63501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(Workflow)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F9EFC-3602-6191-330A-87D52892E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22400"/>
            <a:ext cx="10725727" cy="472079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IN" dirty="0"/>
              <a:t>User Login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Manage Products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Update Inventory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Record Sales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 err="1"/>
              <a:t>Analyze</a:t>
            </a:r>
            <a:r>
              <a:rPr lang="en-IN" dirty="0"/>
              <a:t> Sales History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Predict Future Demand</a:t>
            </a:r>
          </a:p>
          <a:p>
            <a:pPr marL="0" indent="0" algn="ctr">
              <a:buNone/>
            </a:pPr>
            <a:r>
              <a:rPr lang="en-IN" dirty="0"/>
              <a:t>     ↓</a:t>
            </a:r>
          </a:p>
          <a:p>
            <a:pPr marL="0" indent="0" algn="ctr">
              <a:buNone/>
            </a:pPr>
            <a:r>
              <a:rPr lang="en-IN" dirty="0"/>
              <a:t>Generate Reports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636096-51BA-5499-D532-B98D461086A1}"/>
              </a:ext>
            </a:extLst>
          </p:cNvPr>
          <p:cNvSpPr/>
          <p:nvPr/>
        </p:nvSpPr>
        <p:spPr>
          <a:xfrm>
            <a:off x="5375564" y="1690689"/>
            <a:ext cx="1505527" cy="3967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282147F-4A32-5A95-708E-A4AE15CB22E5}"/>
              </a:ext>
            </a:extLst>
          </p:cNvPr>
          <p:cNvSpPr/>
          <p:nvPr/>
        </p:nvSpPr>
        <p:spPr>
          <a:xfrm>
            <a:off x="4729017" y="1400176"/>
            <a:ext cx="2992581" cy="396730"/>
          </a:xfrm>
          <a:prstGeom prst="roundRect">
            <a:avLst>
              <a:gd name="adj" fmla="val 0"/>
            </a:avLst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E97D6EB-AD71-47FF-6139-C0B9CB964BCB}"/>
              </a:ext>
            </a:extLst>
          </p:cNvPr>
          <p:cNvSpPr/>
          <p:nvPr/>
        </p:nvSpPr>
        <p:spPr>
          <a:xfrm>
            <a:off x="4729017" y="2138652"/>
            <a:ext cx="2992581" cy="396730"/>
          </a:xfrm>
          <a:prstGeom prst="round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8D12417-B352-36E5-37D6-D3E2FF5A3B47}"/>
              </a:ext>
            </a:extLst>
          </p:cNvPr>
          <p:cNvSpPr/>
          <p:nvPr/>
        </p:nvSpPr>
        <p:spPr>
          <a:xfrm>
            <a:off x="4729017" y="2847979"/>
            <a:ext cx="2992581" cy="445654"/>
          </a:xfrm>
          <a:prstGeom prst="round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C551206-444C-5B24-05BC-EDB4CFB2ADE9}"/>
              </a:ext>
            </a:extLst>
          </p:cNvPr>
          <p:cNvSpPr/>
          <p:nvPr/>
        </p:nvSpPr>
        <p:spPr>
          <a:xfrm>
            <a:off x="4729017" y="3564368"/>
            <a:ext cx="2992582" cy="445654"/>
          </a:xfrm>
          <a:prstGeom prst="round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3B6D4E4-69FF-2DC5-A690-3B00986D88EE}"/>
              </a:ext>
            </a:extLst>
          </p:cNvPr>
          <p:cNvSpPr/>
          <p:nvPr/>
        </p:nvSpPr>
        <p:spPr>
          <a:xfrm>
            <a:off x="4729018" y="4175269"/>
            <a:ext cx="2992582" cy="526039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4159DFA-3660-12DB-E865-8112936D8A4D}"/>
              </a:ext>
            </a:extLst>
          </p:cNvPr>
          <p:cNvSpPr/>
          <p:nvPr/>
        </p:nvSpPr>
        <p:spPr>
          <a:xfrm>
            <a:off x="4729018" y="4913745"/>
            <a:ext cx="2992582" cy="445654"/>
          </a:xfrm>
          <a:prstGeom prst="roundRect">
            <a:avLst>
              <a:gd name="adj" fmla="val 0"/>
            </a:avLst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FD50197-555D-14DE-4858-02341DD0BB24}"/>
              </a:ext>
            </a:extLst>
          </p:cNvPr>
          <p:cNvSpPr/>
          <p:nvPr/>
        </p:nvSpPr>
        <p:spPr>
          <a:xfrm>
            <a:off x="4729018" y="5597236"/>
            <a:ext cx="2992582" cy="445654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Google Shape;90;p1">
            <a:extLst>
              <a:ext uri="{FF2B5EF4-FFF2-40B4-BE49-F238E27FC236}">
                <a16:creationId xmlns:a16="http://schemas.microsoft.com/office/drawing/2014/main" id="{EEAF854B-927E-D598-421E-3B6F5A0F911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87911" y="0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1;p1">
            <a:extLst>
              <a:ext uri="{FF2B5EF4-FFF2-40B4-BE49-F238E27FC236}">
                <a16:creationId xmlns:a16="http://schemas.microsoft.com/office/drawing/2014/main" id="{7CDD82F0-AAFD-5A15-747C-42FF4D9D8D2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24580" y="-1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89668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7A673-54B0-DF11-3879-6192C3A60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3646" y="387667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D717D-0EEE-67BF-31A8-28181DA8B9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Forecast Accuracy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Accuracy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Response Time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Processing Time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Waste Reduction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Reliability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Satisfaction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 Speed</a:t>
            </a: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847DEEA6-1246-F077-10B4-8BC6E04CC6FE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70510" y="298839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70E5C7A4-33E2-9575-AEB5-B70968AF2C4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3705" y="240348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80641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D889D-992D-3825-1581-15C6560A2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9283" y="370203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5A316-475A-3EBB-DC95-AC78DDF8C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18995"/>
            <a:ext cx="10515600" cy="4351338"/>
          </a:xfrm>
        </p:spPr>
        <p:txBody>
          <a:bodyPr/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food supply chain management.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demand prediction.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food wastage.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control.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order processing.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supplier coordination.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report generation.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operational efficiency.</a:t>
            </a: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6F8C4689-7840-37B1-BE5C-727722B0703B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03883" y="370203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ED555011-01CE-89BD-6B3E-7E1847654D5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167927" y="370204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674089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F98A9-C4CC-B7AB-3711-ACCF43722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06329" y="387666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040BAC-2648-0289-DA19-4B9DF04DF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 Integration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Barcode/QR Code Scanning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Smart Warehouse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Database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for Product Traceability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AI/Deep Learning Forecasting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SMS/Email Notifications </a:t>
            </a:r>
          </a:p>
          <a:p>
            <a:pPr lvl="0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Analytics Dashboard</a:t>
            </a:r>
          </a:p>
          <a:p>
            <a:endParaRPr lang="en-IN" dirty="0"/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4699E771-5191-2EDA-42D0-961BB9AE93E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88620" y="370205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9924AF8C-DA06-5909-7058-BF99451EB5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54740" y="370204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31686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36EC9-71CE-85A7-7353-FA77B4EE6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1903" y="378935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C9859-9196-0221-C339-AE462178A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</a:t>
            </a: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Java-based Smart Food Supply Chain Management System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product, inventory, supplier, and order management.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inventory control through AI-based demand forecasting.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food wastage by predicting future demand accurately.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supply chain efficiency with centralized data management.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Enabled faster decision-making through reports and real-time monitoring. </a:t>
            </a:r>
          </a:p>
          <a:p>
            <a:pPr lvl="0"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a scalable and user-friendly system that can be enhanced with advanced AI and cloud technologies in the future.</a:t>
            </a:r>
          </a:p>
          <a:p>
            <a:pPr>
              <a:lnSpc>
                <a:spcPct val="150000"/>
              </a:lnSpc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Google Shape;90;p1">
            <a:extLst>
              <a:ext uri="{FF2B5EF4-FFF2-40B4-BE49-F238E27FC236}">
                <a16:creationId xmlns:a16="http://schemas.microsoft.com/office/drawing/2014/main" id="{B05FAB71-4AC9-EF8C-0847-E318CB96745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98453" y="361473"/>
            <a:ext cx="113538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91;p1">
            <a:extLst>
              <a:ext uri="{FF2B5EF4-FFF2-40B4-BE49-F238E27FC236}">
                <a16:creationId xmlns:a16="http://schemas.microsoft.com/office/drawing/2014/main" id="{8F5BC100-11A1-6F40-2045-32EFA3D108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273357" y="352741"/>
            <a:ext cx="1520190" cy="1343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99865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711</Words>
  <Application>Microsoft Office PowerPoint</Application>
  <PresentationFormat>Widescreen</PresentationFormat>
  <Paragraphs>157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Times New Roman</vt:lpstr>
      <vt:lpstr>Office Theme</vt:lpstr>
      <vt:lpstr>PowerPoint Presentation</vt:lpstr>
      <vt:lpstr>Problem Statement</vt:lpstr>
      <vt:lpstr>Objectives</vt:lpstr>
      <vt:lpstr>Project Scope</vt:lpstr>
      <vt:lpstr>Technologies Used</vt:lpstr>
      <vt:lpstr>MODULE 1:  USER &amp; SYSTEM MANAGEMENT</vt:lpstr>
      <vt:lpstr>MODULE 2:  PRODUCT, INVENTORY &amp; SUPPLY CHAIN</vt:lpstr>
      <vt:lpstr>MODULE 3:  AI DEMAND FORECASTING</vt:lpstr>
      <vt:lpstr>MODULE 4:  DASHBOARD, CHARTS &amp; REPORTS</vt:lpstr>
      <vt:lpstr>Methodology (Workflow)</vt:lpstr>
      <vt:lpstr>Evaluation Metrics</vt:lpstr>
      <vt:lpstr>Expected Outcomes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Aamna Khan</dc:creator>
  <cp:lastModifiedBy>HARSHITHA 15</cp:lastModifiedBy>
  <cp:revision>2</cp:revision>
  <dcterms:created xsi:type="dcterms:W3CDTF">2026-08-04T15:23:51Z</dcterms:created>
  <dcterms:modified xsi:type="dcterms:W3CDTF">2026-08-21T03:32:09Z</dcterms:modified>
</cp:coreProperties>
</file>